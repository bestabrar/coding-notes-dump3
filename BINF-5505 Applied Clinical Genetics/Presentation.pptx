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1EA131-3BEF-CB81-C574-8C7D1585A827}" name="Brenda Soljic" initials="BS" userId="S::n10005390@humber.ca::02f4d216-2a54-496c-b46c-fbccddfba0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CF8EE1-03A5-4B9F-FBD4-407B51048A03}" v="43" dt="2026-03-09T21:48:15.394"/>
    <p1510:client id="{772F811B-E873-D6EA-D88E-C1AEF0A6F9CD}" v="3" dt="2026-03-10T00:39:32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349BC6-CA45-6E80-3B79-0F4CB111C11A}"/>
              </a:ext>
            </a:extLst>
          </p:cNvPr>
          <p:cNvSpPr txBox="1">
            <a:spLocks/>
          </p:cNvSpPr>
          <p:nvPr/>
        </p:nvSpPr>
        <p:spPr>
          <a:xfrm>
            <a:off x="884716" y="261842"/>
            <a:ext cx="2924843" cy="31723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2800" b="1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Alagille Syndrome</a:t>
            </a:r>
            <a:endParaRPr lang="en-US" sz="2800" kern="120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F71AD2A-C5CF-5275-A53E-0136235F078F}"/>
              </a:ext>
            </a:extLst>
          </p:cNvPr>
          <p:cNvSpPr txBox="1">
            <a:spLocks/>
          </p:cNvSpPr>
          <p:nvPr/>
        </p:nvSpPr>
        <p:spPr>
          <a:xfrm>
            <a:off x="884716" y="3434171"/>
            <a:ext cx="2924843" cy="1637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kern="1200">
                <a:solidFill>
                  <a:srgbClr val="595959"/>
                </a:solidFill>
                <a:latin typeface="+mn-lt"/>
                <a:ea typeface="+mn-ea"/>
                <a:cs typeface="+mn-cs"/>
              </a:rPr>
              <a:t> Jihyun Bang, Maya Clapperton, Abrar Faruque, Rohan Sampy, Brenda Soljic</a:t>
            </a:r>
            <a:endParaRPr lang="en-US" sz="1400" kern="1200">
              <a:solidFill>
                <a:srgbClr val="595959"/>
              </a:solidFill>
              <a:latin typeface="+mn-lt"/>
            </a:endParaRPr>
          </a:p>
        </p:txBody>
      </p:sp>
      <p:pic>
        <p:nvPicPr>
          <p:cNvPr id="9" name="Picture 8" descr="A diagram of a person&amp;#39;s body&#10;&#10;AI-generated content may be incorrect.">
            <a:extLst>
              <a:ext uri="{FF2B5EF4-FFF2-40B4-BE49-F238E27FC236}">
                <a16:creationId xmlns:a16="http://schemas.microsoft.com/office/drawing/2014/main" id="{07C84350-1EF1-692B-E9A1-21BD19F3A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030" y="933593"/>
            <a:ext cx="7478586" cy="499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29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Delwar</dc:creator>
  <cp:lastModifiedBy>Abrar Faruque</cp:lastModifiedBy>
  <cp:revision>1</cp:revision>
  <dcterms:created xsi:type="dcterms:W3CDTF">2026-03-02T14:33:12Z</dcterms:created>
  <dcterms:modified xsi:type="dcterms:W3CDTF">2026-03-10T21:49:51Z</dcterms:modified>
</cp:coreProperties>
</file>